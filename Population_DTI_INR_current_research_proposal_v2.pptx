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9AFF"/>
                </a:solidFill>
                <a:latin typeface="Arial"/>
                <a:ea typeface="微软雅黑"/>
              </a:rPr>
              <a:t>Research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A5F"/>
                </a:solidFill>
                <a:latin typeface="微软雅黑"/>
                <a:ea typeface="微软雅黑"/>
              </a:rPr>
              <a:t>基于物理自监督隐式神经表示的
多被试DTI参数估计研究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微软雅黑"/>
                <a:ea typeface="微软雅黑"/>
              </a:rPr>
              <a:t>Population-DTI-INR
面向稀疏 dMRI 采样的跨被试 DTI 参数估计方法</a:t>
            </a:r>
          </a:p>
        </p:txBody>
      </p:sp>
      <p:pic>
        <p:nvPicPr>
          <p:cNvPr id="6" name="Picture 5" descr="titl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36576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Arial"/>
                <a:ea typeface="微软雅黑"/>
              </a:rPr>
              <a:t>Sparse dMRI acquisition limits reliable DTI estimation</a:t>
            </a:r>
          </a:p>
        </p:txBody>
      </p:sp>
      <p:pic>
        <p:nvPicPr>
          <p:cNvPr id="3" name="Picture 2" descr="sparse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669280" cy="3108960"/>
          </a:xfrm>
          <a:prstGeom prst="rect">
            <a:avLst/>
          </a:prstGeom>
        </p:spPr>
      </p:pic>
      <p:pic>
        <p:nvPicPr>
          <p:cNvPr id="4" name="Picture 3" descr="problem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188720"/>
            <a:ext cx="50292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634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Arial"/>
                <a:ea typeface="微软雅黑"/>
              </a:rPr>
              <a:t>Fewer measurements increase uncertainty and amplify tensor ambiguity.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Arial"/>
                <a:ea typeface="微软雅黑"/>
              </a:rPr>
              <a:t>Current methods still face limitations under sparse sampling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40233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A5F"/>
                </a:solidFill>
                <a:latin typeface="Arial"/>
                <a:ea typeface="微软雅黑"/>
              </a:rPr>
              <a:t>WLS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C9AFF"/>
                </a:solidFill>
                <a:latin typeface="Arial"/>
                <a:ea typeface="微软雅黑"/>
              </a:rPr>
              <a:t>Physics-based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63A5F"/>
                </a:solidFill>
                <a:latin typeface="Arial"/>
                <a:ea typeface="微软雅黑"/>
              </a:rPr>
              <a:t>✓ Interpretable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392B"/>
                </a:solidFill>
                <a:latin typeface="Arial"/>
                <a:ea typeface="微软雅黑"/>
              </a:rPr>
              <a:t>× Sampling sensitive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474720" cy="40233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A5F"/>
                </a:solidFill>
                <a:latin typeface="Arial"/>
                <a:ea typeface="微软雅黑"/>
              </a:rPr>
              <a:t>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C9AFF"/>
                </a:solidFill>
                <a:latin typeface="Arial"/>
                <a:ea typeface="微软雅黑"/>
              </a:rPr>
              <a:t>Data-driven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63A5F"/>
                </a:solidFill>
                <a:latin typeface="Arial"/>
                <a:ea typeface="微软雅黑"/>
              </a:rPr>
              <a:t>✓ Powerful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392B"/>
                </a:solidFill>
                <a:latin typeface="Arial"/>
                <a:ea typeface="微软雅黑"/>
              </a:rPr>
              <a:t>× Requires GT 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474720" cy="40233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A5F"/>
                </a:solidFill>
                <a:latin typeface="Arial"/>
                <a:ea typeface="微软雅黑"/>
              </a:rPr>
              <a:t>INR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C9AFF"/>
                </a:solidFill>
                <a:latin typeface="Arial"/>
                <a:ea typeface="微软雅黑"/>
              </a:rPr>
              <a:t>Self-supervised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63A5F"/>
                </a:solidFill>
                <a:latin typeface="Arial"/>
                <a:ea typeface="微软雅黑"/>
              </a:rPr>
              <a:t>✓ No GT tensors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392B"/>
                </a:solidFill>
                <a:latin typeface="Arial"/>
                <a:ea typeface="微软雅黑"/>
              </a:rPr>
              <a:t>× Identifiability gap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23560"/>
            <a:ext cx="1106424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3A5F"/>
                </a:solidFill>
                <a:latin typeface="Arial"/>
                <a:ea typeface="微软雅黑"/>
              </a:rPr>
              <a:t>Key motivation:  Signal fitting ≠ Parameter 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Arial"/>
                <a:ea typeface="微软雅黑"/>
              </a:rPr>
              <a:t>Physics-driven INR enables self-supervised DTI estimation</a:t>
            </a:r>
          </a:p>
        </p:txBody>
      </p:sp>
      <p:pic>
        <p:nvPicPr>
          <p:cNvPr id="3" name="Picture 2" descr="single_qin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097280"/>
            <a:ext cx="5943600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Arial"/>
                <a:ea typeface="微软雅黑"/>
              </a:rPr>
              <a:t>Single-QINR preliminary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1371600"/>
          <a:ext cx="8046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4864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Item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Setting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HCP-YA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Subjects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3 focus subjects (106319 / 120717 / 121618)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50% DWI volumes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Shell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 = 1000 (with b0)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 (Independent INR)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Signal reconstruction (physics self-supervision)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WLS-DTI parameters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Single-QINR achieves signal reconstruction, but parameter accuracy remains unstable</a:t>
            </a:r>
          </a:p>
        </p:txBody>
      </p:sp>
      <p:pic>
        <p:nvPicPr>
          <p:cNvPr id="3" name="Picture 2" descr="signal_vs_parameter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852160" cy="3794760"/>
          </a:xfrm>
          <a:prstGeom prst="rect">
            <a:avLst/>
          </a:prstGeom>
        </p:spPr>
      </p:pic>
      <p:pic>
        <p:nvPicPr>
          <p:cNvPr id="4" name="Picture 3" descr="fa_map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5577840" cy="3794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20040" y="4937760"/>
            <a:ext cx="5852160" cy="13258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9AFF"/>
                </a:solidFill>
                <a:latin typeface="Arial"/>
                <a:ea typeface="微软雅黑"/>
              </a:rPr>
              <a:t>Preliminary numbers (50% sampling)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Arial"/>
                <a:ea typeface="微软雅黑"/>
              </a:rPr>
              <a:t>Signal RelMSE:  0.070 / 0.076 / 0.076   (3 subjects)
FA Pearson r:     0.48 / 0.33 / 0.45     (vs WLS; target &gt; 0.85)
FA MAE:            0.144 / 0.142 / 0.152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937760"/>
            <a:ext cx="5486400" cy="13258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50749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A5F"/>
                </a:solidFill>
                <a:latin typeface="Arial"/>
                <a:ea typeface="微软雅黑"/>
              </a:rPr>
              <a:t>Observation
Signal fitting does not guarantee
parameter identifiability.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Tensor regularization cannot fully resolve parameter drift</a:t>
            </a:r>
          </a:p>
        </p:txBody>
      </p:sp>
      <p:pic>
        <p:nvPicPr>
          <p:cNvPr id="3" name="Picture 2" descr="phase9_regul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498079" cy="44805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92440" y="1645920"/>
            <a:ext cx="3657600" cy="347472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0" y="1874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9AFF"/>
                </a:solidFill>
                <a:latin typeface="Arial"/>
                <a:ea typeface="微软雅黑"/>
              </a:rPr>
              <a:t>Phase 9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2860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Arial"/>
                <a:ea typeface="微软雅黑"/>
              </a:rPr>
              <a:t>λ_dis ∈ {0, 0.01, 0.1}
FA MAE ≈ 0.175 (flat across λ)
Mean Δ holdout PSNR ≈ +11 dB
but FA does not recover
→ Ambiguity needs more than
   local regularization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Arial"/>
                <a:ea typeface="微软雅黑"/>
              </a:rPr>
              <a:t>Can population prior improve DTI parameter identifiability?</a:t>
            </a:r>
          </a:p>
        </p:txBody>
      </p:sp>
      <p:pic>
        <p:nvPicPr>
          <p:cNvPr id="3" name="Picture 2" descr="single_vs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881360" cy="4754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Arial"/>
                <a:ea typeface="微软雅黑"/>
              </a:rPr>
              <a:t>Population-DTI-INR framework</a:t>
            </a:r>
          </a:p>
        </p:txBody>
      </p:sp>
      <p:pic>
        <p:nvPicPr>
          <p:cNvPr id="3" name="Picture 2" descr="popul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Arial"/>
                <a:ea typeface="微软雅黑"/>
              </a:rPr>
              <a:t>Physics self-supervised population learning</a:t>
            </a:r>
          </a:p>
        </p:txBody>
      </p:sp>
      <p:pic>
        <p:nvPicPr>
          <p:cNvPr id="3" name="Picture 2" descr="training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188720"/>
            <a:ext cx="694944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371600" y="5440680"/>
            <a:ext cx="9418320" cy="77724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3A5F"/>
                </a:solidFill>
                <a:latin typeface="Arial"/>
                <a:ea typeface="微软雅黑"/>
              </a:rPr>
              <a:t>Optimize θ + z_s   ·   No GT tensor supervision   ·   No FA / MD 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Arial"/>
                <a:ea typeface="微软雅黑"/>
              </a:rPr>
              <a:t>Generalization to unseen subjects</a:t>
            </a:r>
          </a:p>
        </p:txBody>
      </p:sp>
      <p:pic>
        <p:nvPicPr>
          <p:cNvPr id="3" name="Picture 2" descr="subject_adap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Arial"/>
                <a:ea typeface="微软雅黑"/>
              </a:rPr>
              <a:t>Zero-shot probes population prior; latent adaptation personalizes without retraining 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Arial"/>
                <a:ea typeface="微软雅黑"/>
              </a:rPr>
              <a:t>Evaluation protocol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94560" y="1463040"/>
          <a:ext cx="7772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21208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Item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Setting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HCP-YA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Subjects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Split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Train 3 / Val 1 / Test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Sampling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b0 + b1000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Baselines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 · Population zero-shot · Population adaptation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Arial"/>
                <a:ea typeface="微软雅黑"/>
              </a:rPr>
              <a:t>Comparison between single and population INR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2011680"/>
          <a:ext cx="8869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50292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Method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Training / Inference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Individual subject (per-subject θ)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Population-QINR zero-shot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Shared θ · z_new = 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Population-QINR adaptation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Shared θ frozen · optimize z_new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Preliminary numbers vs pending Population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34440"/>
            <a:ext cx="5669280" cy="4983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669280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微软雅黑"/>
              </a:rPr>
              <a:t>Available now (evidence for the research problem)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Arial"/>
                <a:ea typeface="微软雅黑"/>
              </a:rPr>
              <a:t>Single-QINR · 50% sampling · 3 subjects
• Signal RelMSE ≈ 0.070 – 0.076
• FA Pearson r ≈ 0.33 – 0.48  (target &gt; 0.85)
• FA MAE ≈ 0.14 – 0.15
Phase 9 · λ ablation · 4 subjects
• FA MAE ≈ 0.175 across λ_dis
• Holdout ΔPSNR ≈ +11 dB (mean)
• Tensor drift persists under signal adaptation
Metric families already in use:
Signal (RelMSE / PSNR) · Parameter (FA/MD) · Stability (ΔD)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532120" cy="49834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5532120" cy="64008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5331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微软雅黑"/>
              </a:rPr>
              <a:t>Pending (Population-DTI-INR full comparison)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Arial"/>
                <a:ea typeface="微软雅黑"/>
              </a:rPr>
              <a:t>Unified table to complete next:
• Single-QINR
• Population zero-shot
• Population latent adaptation
Reported with aligned metrics:
• Signal: RMSE / PSNR / RelMSE
• Parameter: FA / MD / AD / RD
• Stability: tensor drift, ΔFA
Same 50% sampling · HCP-YA split 3/1/1
Pilot exists, but full multi-subject
comparison is reserved for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Arial"/>
                <a:ea typeface="微软雅黑"/>
              </a:rPr>
              <a:t>Research roadmap</a:t>
            </a:r>
          </a:p>
        </p:txBody>
      </p:sp>
      <p:pic>
        <p:nvPicPr>
          <p:cNvPr id="3" name="Picture 2" descr="research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2560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97280" y="4572000"/>
            <a:ext cx="9966960" cy="137160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8006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Population prior may improve parameter identifiability
under sparse dMRI acquisition.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