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9AFF"/>
                </a:solidFill>
                <a:latin typeface="微软雅黑"/>
                <a:ea typeface="微软雅黑"/>
              </a:rPr>
              <a:t>研究生阶段研究方案汇报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微软雅黑"/>
                <a:ea typeface="微软雅黑"/>
              </a:rPr>
              <a:t>基于物理自监督隐式神经表示的
多被试DTI参数估计研究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Population-DTI-INR
面向稀疏 dMRI 采样的跨被试 DTI 参数估计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3A5F"/>
                </a:solidFill>
                <a:latin typeface="微软雅黑"/>
                <a:ea typeface="微软雅黑"/>
              </a:rPr>
              <a:t>核心问题：稀疏采样下，仅拟合信号不足以保证
DTI 参数（如 FA）可辨识与稳定估计。</a:t>
            </a:r>
          </a:p>
        </p:txBody>
      </p:sp>
      <p:pic>
        <p:nvPicPr>
          <p:cNvPr id="7" name="Picture 6" descr="titl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36576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5532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右侧：从 dMRI 到微结构参数的总体研究链路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Sparse dMRI acquisition limits reliable DTI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背景：临床/加速采集常用稀疏 dMRI，测量变少后参数估计更不稳定。</a:t>
            </a:r>
          </a:p>
        </p:txBody>
      </p:sp>
      <p:pic>
        <p:nvPicPr>
          <p:cNvPr id="4" name="Picture 3" descr="sparse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303520" cy="2743200"/>
          </a:xfrm>
          <a:prstGeom prst="rect">
            <a:avLst/>
          </a:prstGeom>
        </p:spPr>
      </p:pic>
      <p:pic>
        <p:nvPicPr>
          <p:cNvPr id="5" name="Picture 4" descr="problem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34440"/>
            <a:ext cx="484632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4160520"/>
            <a:ext cx="5303520" cy="21488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在讲什么？
• 全采样：方向多，张量估计更稳
• 稀疏采样：方向少，同一组信号可能对应多种 D
• 结果：信号不确定 → 张量歧义 → FA/MD 不稳
因此：稀疏条件下“能拟合信号”≠“参数正确”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Current methods still face limitations under sparse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现有路线各有优势，但在稀疏采样下都难同时兼顾可解释、无标签与参数可辨识。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WLS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传统物理拟合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物理可解释
✓ 无需深度学习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稀疏时不稳定
× 对欠采样敏感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监督学习映射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拟合能力强
✓ 可端到端预测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依赖 GT 参数
× 标注成本高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INR / QINR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物理自监督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无需 GT 张量
✓ 用信号监督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参数可辨识不足
× 易出现张量漂移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本页结论：Signal fitting ≠ Parameter accuracy —— 这是后续实验要验证的核心动机。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Physics-driven INR enables self-supervised DTI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Single-QINR：用坐标网络预测 S0 与扩散张量 D，再经 DTI 前向模型拟合观测信号。</a:t>
            </a:r>
          </a:p>
        </p:txBody>
      </p:sp>
      <p:pic>
        <p:nvPicPr>
          <p:cNvPr id="4" name="Picture 3" descr="single_qin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475488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4960" y="1280160"/>
            <a:ext cx="6309360" cy="49377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方法读法（按箭头往下看）
1. 输入体素坐标 (x,y,z)
2. Fourier 特征编码提高高频表达
3. MLP 输出 S0 与张量 D
4. 用 DTI 物理前向模型生成预测信号
5. 与观测 DWI 做 MSE —— 物理自监督
关键点
• 训练不需要 FA/MD 真值标签
• 监督信号来自“预测信号 vs 观测信号”
• 因此网络可能把信号拟合得很好，
  但张量参数仍可不唯一（下一页验证）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Single-QINR preliminary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先说明实验设置，保证后续结论可复核：在 50% 稀疏采样下评估信号拟合与 FA 一致性。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325880"/>
          <a:ext cx="9144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76656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Subjects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3 名 focus 被试（106319 / 120717 / 121618）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 DWI volumes（稀疏采样）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b0 + b=1000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Single-QINR（Independent INR）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仅信号重建（物理自监督，无 FA loss）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WLS-DTI（作为参数对照参考）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本页作用：告诉导师“证据从哪来”。下一页展示：信号拟合好，但 FA 仍不稳定。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63A5F"/>
                </a:solidFill>
                <a:latin typeface="Arial"/>
                <a:ea typeface="微软雅黑"/>
              </a:rPr>
              <a:t>Single-QINR achieves signal reconstruction, but parameter accuracy remains unstable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关键发现 1：网络能把信号拟合好（RelMSE 低），但 FA 与 WLS 一致性仍远低于目标。</a:t>
            </a:r>
          </a:p>
        </p:txBody>
      </p:sp>
      <p:pic>
        <p:nvPicPr>
          <p:cNvPr id="4" name="Picture 3" descr="signal_vs_parameter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3246120"/>
          </a:xfrm>
          <a:prstGeom prst="rect">
            <a:avLst/>
          </a:prstGeom>
        </p:spPr>
      </p:pic>
      <p:pic>
        <p:nvPicPr>
          <p:cNvPr id="5" name="Picture 4" descr="fa_map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577840" cy="3246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4320" y="4572000"/>
            <a:ext cx="5760720" cy="17830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663440"/>
            <a:ext cx="5486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3A5F"/>
                </a:solidFill>
                <a:latin typeface="微软雅黑"/>
                <a:ea typeface="微软雅黑"/>
              </a:rPr>
              <a:t>左图怎么读？
• 蓝柱 RelMSE≈0.07：信号拟合良好
• 红柱 FA r≈0.33–0.48：远低于目标 0.85
右图：WLS FA | QINR FA | 误差图
可见白质细节丢失、误差集中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572000"/>
            <a:ext cx="5577840" cy="1783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709160"/>
            <a:ext cx="5257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A5F"/>
                </a:solidFill>
                <a:latin typeface="微软雅黑"/>
                <a:ea typeface="微软雅黑"/>
              </a:rPr>
              <a:t>一句话结论
Signal fitting ≠ Parameter identifiability
信号拟合好，不能保证张量参数正确。
这为引入 population prior 提供动机。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Tensor regularization cannot fully resolve parameter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关键发现 2（Phase 9）：仅靠局部正则 λ，无法消除参数歧义与张量漂移。</a:t>
            </a:r>
          </a:p>
        </p:txBody>
      </p:sp>
      <p:pic>
        <p:nvPicPr>
          <p:cNvPr id="4" name="Picture 3" descr="phase9_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22376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234440"/>
            <a:ext cx="4114800" cy="41148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371600"/>
            <a:ext cx="3794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3A5F"/>
                </a:solidFill>
                <a:latin typeface="微软雅黑"/>
                <a:ea typeface="微软雅黑"/>
              </a:rPr>
              <a:t>Phase 9 在做什么？
在信号适应过程中加入
不同强度的张量正则 λ_dis，
看能否稳住 FA。
结果数字
• λ ∈ {0, 0.01, 0.1}
• FA MAE ≈ 0.175（几乎不变）
• 平均 holdout ΔPSNR ≈ +11 dB
  （信号变好）
• 但 FA 并不随之恢复
说明
局部约束不够，需要更强的
跨被试先验（下一页假设）。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本页结论：参数歧义不能只靠局部正则解决 → 自然引出 Population prior。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Can population prior improve DTI parameter identifiability?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研究假设：共享群体表示 + 被试潜变量，能否约束稀疏采样下的参数可辨识性？</a:t>
            </a:r>
          </a:p>
        </p:txBody>
      </p:sp>
      <p:pic>
        <p:nvPicPr>
          <p:cNvPr id="4" name="Picture 3" descr="single_vs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68096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280160"/>
            <a:ext cx="3566160" cy="40233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46304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左右对比怎么读？
左：Single
每个被试单独训 INR
缺少跨被试约束
右：Population
多个被试共享主干 θ
+ 每人一个 latent z
假设
群体先验可缩小可行
张量解空间，提升
参数稳定性。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这不是“换方向”，而是由 Single-QINR 的 identifiability 观察自然延伸到 Population-DTI-INR。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Population-DTI-INR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创新点结构：共享网络参数 θ 编码群体共性；被试 latent z_s 编码个体差异。</a:t>
            </a:r>
          </a:p>
        </p:txBody>
      </p:sp>
      <p:pic>
        <p:nvPicPr>
          <p:cNvPr id="4" name="Picture 3" descr="popul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77724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75320" y="1234440"/>
            <a:ext cx="3520440" cy="42062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41732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模块说明
• Subject ID → z_s
  被试专属潜变量
• Coordinate → Fourier
  空间位置编码
• Shared MLP (θ)
  跨被试共享主干
• S0 head / D head
  输出基线与张量
• DTI Forward
  物理生成预测信号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深蓝=共享参数 θ；浅蓝=被试相关 z。训练仍走物理自监督，不直接回归 FA。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Physics self-supervised population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训练策略：只优化“预测 DWI vs 观测 DWI”，不使用 GT 张量 / FA loss。</a:t>
            </a:r>
          </a:p>
        </p:txBody>
      </p:sp>
      <p:pic>
        <p:nvPicPr>
          <p:cNvPr id="4" name="Picture 3" descr="training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4008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280160"/>
            <a:ext cx="4572000" cy="40233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6304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训练目标
Loss = MSE(S_pred, S_obs)
优化变量：θ + z_s
明确不使用
× GT tensor 监督
× FA / MD 回归损失
为什么强调这点？
保持物理自监督设定，
避免“用 FA 监督再报 FA”
的循环论证；验证重点是
先验能否提升可辨识性。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本页核心：Population-DTI-INR 仍是自监督，不是带 GT 的监督学习。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Generalization to unseen subjects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未见被试两种用法：零样本探测群体先验；只调 z 的 latent adaptation 做个性化。</a:t>
            </a:r>
          </a:p>
        </p:txBody>
      </p:sp>
      <p:pic>
        <p:nvPicPr>
          <p:cNvPr id="4" name="Picture 3" descr="subject_adap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589520" cy="4023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280160"/>
            <a:ext cx="3657600" cy="3977639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41732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左：Zero-shot
θ 冻结，z_new=0
看共享先验本身
能提供多少能力
右：Adaptation
θ 冻结，只优化 z_new
用少量观测信号
适配新被试
对比目的
区分“群体先验贡献”
与“个体适配贡献”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验证逻辑：先看先验能否泛化，再看适配能否进一步稳住参数。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正式验证协议：同一稀疏设定下，比较 Single 与 Population 两类策略。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25880"/>
          <a:ext cx="9326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9494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Subjects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5（Train 3 / Val 1 / Test 1）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 DWI volumes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b0 + b1000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Baselines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Single-QINR；Population zero-shot；Population adaptation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Focus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信号指标 + 参数指标 + 稳定性指标 同时报告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重点不是只报 PSNR，而是看参数（FA 等）与稳定性是否同步改善。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Comparison between single and population INR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三种对比方法分别回答：单被试上限、先验零样本、先验+适配。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023360"/>
                <a:gridCol w="384048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方法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训练 / 推理方式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回答的问题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每名被试单独训练 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单被试自监督上限？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Population zero-shot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共享 θ；新被试 z=0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群体先验本身有用吗？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Population adaptation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θ 冻结；只优化 z_new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个体适配能否进一步稳住参数？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754880"/>
            <a:ext cx="10881360" cy="1554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如何向导师解释这张表？
• Single：对照基线，对应前期已完成的 Sparse Single-QINR 证据
• Zero-shot：检验“共享表示”是否携带可迁移的微结构先验
• Adaptation：在不重训主干的前提下，用少量信号适配新被试
最终看三者在 Signal / Parameter / Stability 三组指标上的差异。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Preliminary numbers vs pending Population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已有数字用于支撑“问题成立”；Population 完整对比表仍在后续验证中。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5715000" cy="50292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715000" cy="59436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已有（支撑研究问题）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Single-QINR · 50% 采样 · 3 被试
• 信号 RelMSE ≈ 0.070–0.076  → 拟合好
• FA Pearson r ≈ 0.33–0.48   → 远低于 0.85
• FA MAE ≈ 0.14–0.15
Phase 9 · λ 消融 · 4 被试
• FA MAE ≈ 0.175（随 λ 几乎不变）
• holdout ΔPSNR 平均约 +11 dB
• 说明：信号变好，FA 未必变好
这些数字回答：问题真实存在。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532120" cy="502920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532120" cy="59436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5331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待补（Population 完整验证）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下一步统一表格（同设定对比）：
• Single-QINR
• Population zero-shot
• Population adaptation
对齐报告三类指标：
• Signal：RMSE / PSNR / RelMSE
• Parameter：FA / MD / AD / RD
• Stability：tensor drift、ΔFA
说明：不是现在没有训练痕迹，
而是完整可汇报的 Population 对比
尚在验证阶段，避免过早下成功结论。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Research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路线图：由 Single-QINR 的可辨识性观察，推进到 Population-DTI-INR 验证与扩展。</a:t>
            </a:r>
          </a:p>
        </p:txBody>
      </p:sp>
      <p:pic>
        <p:nvPicPr>
          <p:cNvPr id="4" name="Picture 3" descr="research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703320"/>
            <a:ext cx="11247120" cy="26060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向导师汇报时的一句话逻辑
1）Sparse 下 Single-QINR 能拟合信号，但 FA 不稳定（已有证据）
2）局部正则无法消除歧义（Phase 9）
3）因此提出 Population prior 假设，并设计 Population-DTI-INR
4）用 zero-shot / adaptation 在未见被试上验证参数可辨识性是否改善
5）后续可扩展到 DKI 等更高阶微结构模型
总结：Population prior 有望改善稀疏 dMRI 下的 DTI 参数可辨识性。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