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9AFF"/>
                </a:solidFill>
                <a:latin typeface="微软雅黑"/>
                <a:ea typeface="微软雅黑"/>
              </a:rPr>
              <a:t>研究生阶段研究方案汇报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微软雅黑"/>
                <a:ea typeface="微软雅黑"/>
              </a:rPr>
              <a:t>基于物理自监督隐式神经表示的
多被试DTI参数估计研究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Population-DTI-INR
面向稀疏 dMRI 采样的跨被试 DTI 参数估计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3A5F"/>
                </a:solidFill>
                <a:latin typeface="微软雅黑"/>
                <a:ea typeface="微软雅黑"/>
              </a:rPr>
              <a:t>核心问题：稀疏采样下，仅拟合信号不足以保证
DTI 参数（如 FA）可辨识与稳定估计。</a:t>
            </a:r>
          </a:p>
        </p:txBody>
      </p:sp>
      <p:pic>
        <p:nvPicPr>
          <p:cNvPr id="7" name="Picture 6" descr="titl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36576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5532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右侧：从 dMRI 到微结构参数的总体研究链路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Sparse dMRI acquisition limits reliable DTI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背景：临床/加速采集常用稀疏 dMRI，测量变少后参数估计更不稳定。</a:t>
            </a:r>
          </a:p>
        </p:txBody>
      </p:sp>
      <p:pic>
        <p:nvPicPr>
          <p:cNvPr id="4" name="Picture 3" descr="sparse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03520" cy="2743200"/>
          </a:xfrm>
          <a:prstGeom prst="rect">
            <a:avLst/>
          </a:prstGeom>
        </p:spPr>
      </p:pic>
      <p:pic>
        <p:nvPicPr>
          <p:cNvPr id="5" name="Picture 4" descr="problem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34440"/>
            <a:ext cx="484632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4160520"/>
            <a:ext cx="5303520" cy="21488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在讲什么？
• 全采样：方向多，张量估计更稳
• 稀疏采样：方向少，同一组信号可能对应多种 D
• 结果：信号不确定 → 张量歧义 → FA/MD 不稳
因此：稀疏条件下“能拟合信号”≠“参数正确”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Current methods still face limitations under sparse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现有路线各有优势，但在稀疏采样下都难同时兼顾可解释、无标签与参数可辨识。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WLS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传统物理拟合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物理可解释
✓ 无需深度学习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稀疏时不稳定
× 对欠采样敏感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监督学习映射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拟合能力强
✓ 可端到端预测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依赖 GT 参数
× 标注成本高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INR / QINR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物理自监督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无需 GT 张量
✓ 用信号监督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参数可辨识不足
× 易出现张量漂移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本页结论：Signal fitting ≠ Parameter accuracy —— 这是后续实验要验证的核心动机。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Physics-driven INR enables self-supervised DTI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Single-QINR：用坐标网络预测 S0 与扩散张量 D，再经 DTI 前向模型拟合观测信号。</a:t>
            </a:r>
          </a:p>
        </p:txBody>
      </p:sp>
      <p:pic>
        <p:nvPicPr>
          <p:cNvPr id="4" name="Picture 3" descr="single_qin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475488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4960" y="1280160"/>
            <a:ext cx="6309360" cy="49377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方法读法（按箭头往下看）
1. 输入体素坐标 (x,y,z)
2. Fourier 特征编码提高高频表达
3. MLP 输出 S0 与张量 D
4. 用 DTI 物理前向模型生成预测信号
5. 与观测 DWI 做 MSE —— 物理自监督
关键点
• 训练不需要 FA/MD 真值标签
• 监督信号来自“预测信号 vs 观测信号”
• 因此网络可能把信号拟合得很好，
  但张量参数仍可不唯一（下一页验证）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Single-QINR preliminary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先说明实验设置，保证后续结论可复核：在 50% 稀疏采样下评估信号拟合与 FA 一致性。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325880"/>
          <a:ext cx="9144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76656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Subjects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3 名 focus 被试（106319 / 120717 / 121618）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 volumes（稀疏采样）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b=1000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Single-QINR（Independent INR）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仅信号重建（物理自监督，无 FA loss）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WLS-DTI（作为参数对照参考）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本页作用：告诉导师“证据从哪来”。下一页展示：信号拟合好，但 FA 仍不稳定。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Key finding 1a: Signal reconstruction is strong, FA agreement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定量证据：信号 RelMSE 低；参数中 FA 与 WLS 一致性最弱（MD/AD/RD 一并计算）。</a:t>
            </a:r>
          </a:p>
        </p:txBody>
      </p:sp>
      <p:pic>
        <p:nvPicPr>
          <p:cNvPr id="4" name="Picture 3" descr="signal_vs_parameter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67512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143000"/>
            <a:ext cx="4617720" cy="21488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280160"/>
            <a:ext cx="4343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怎么读左图？
• 蓝柱 RelMSE≈0.07：信号拟合好
• 红柱 FA r≈0.33–0.48：远低于 0.85
→ 信号好 ≠ 参数好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78040" y="3429000"/>
          <a:ext cx="46177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6012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参数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S1 r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S2 r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S3 r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均值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MD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0.65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RD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0.65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78040" y="562356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上表：vs WLS 的 Pearson r（50% Single-QINR）。FA 最弱，故作主展示。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结论：四类参数都算了；FA 对白质各向异性最敏感，也最能体现可辨识性问题。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Key finding 1b: FA maps reveal spatial parameter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空间证据：相对 WLS 参考，Single-QINR 的 FA 细节丢失，误差集中在白质。</a:t>
            </a:r>
          </a:p>
        </p:txBody>
      </p:sp>
      <p:pic>
        <p:nvPicPr>
          <p:cNvPr id="4" name="Picture 3" descr="fa_map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58952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234440"/>
            <a:ext cx="3657600" cy="41148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371600"/>
            <a:ext cx="3337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三列怎么看？
1) Reference FA (WLS)
   白质结构清晰
2) Single-QINR FA
   细节模糊、对比度下降
3) Absolute Error
   高误差集中在白质束
被试 106319
• FA r ≈ 0.48
• FA MAE ≈ 0.144
与上一页数字一致：
参数层面确实不稳。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定量（含 FA/MD/AD/RD）+ 空间 FA 图共同支持：稀疏采样下存在参数可辨识性问题。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Key finding 2: Local regularization cannot remove ambiguity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Phase 9：加大张量正则 λ，信号可改善，但 FA 误差几乎不变。</a:t>
            </a:r>
          </a:p>
        </p:txBody>
      </p:sp>
      <p:pic>
        <p:nvPicPr>
          <p:cNvPr id="4" name="Picture 3" descr="phase9_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22376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234440"/>
            <a:ext cx="4114800" cy="41148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3794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Phase 9 在做什么？
信号适应时加入不同强度 λ_dis，
看 FA 是否稳住。
结果
• λ ∈ {0, 0.01, 0.1}
• FA MAE ≈ 0.175（平坦）
• 平均 ΔPSNR ≈ +11 dB
• 信号提升，FA 不随之恢复
说明
仅靠局部正则不够，
需要跨被试先验约束。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本页结论：参数歧义不能只靠局部正则解决 → 需要更强先验（见文献动机）。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Literature motivation: why move to a population prior?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两篇相关工作分别提供“单被试 INR 可行”与“跨被试共享+latent 范式”。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5669280" cy="324612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669280" cy="50292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SM-INR（Communications Biology, 2026）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49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3A5F"/>
                </a:solidFill>
                <a:latin typeface="微软雅黑"/>
                <a:ea typeface="微软雅黑"/>
              </a:rPr>
              <a:t>Implicit neural representations for accurate
estimation of the Standard Model of white matter
要点
• 用 INR 自监督拟合 dMRI 信号
• 估计白质 Standard Model 微结构参数
• 空间连续编码提供单被试内正则
• 指出高维微结构估计存在 degeneracy
对我们：支持“物理自监督 INR 估微结构”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623560" cy="324612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623560" cy="50292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CINA（MICCAI / arXiv 2024）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3A5F"/>
                </a:solidFill>
                <a:latin typeface="微软雅黑"/>
                <a:ea typeface="微软雅黑"/>
              </a:rPr>
              <a:t>Conditional Implicit Neural Atlas for
Spatio-Temporal Representation of Fetal Brains
要点
• 共享网络 θ 学群体共性（atlas）
• 每人 latent z 编码个体差异
• 新被试：冻 θ，只优化 z（test-time）
• auto-decoder 式跨被试 INR
对我们：提供 Population 框架模板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663440"/>
            <a:ext cx="11521440" cy="164592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006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合在一起的逻辑链（讲解用）
SM-INR：单被试 INR 可估微结构  →  我们的实验：稀疏下信号好、FA 仍差，局部约束无效
→ 需要更强先验  →  CINA：跨被试共享 θ + 个体 z  →  Population-DTI-INR
= CINA 式群体框架  +  SM-INR 式物理自监督张量/微结构估计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Can population prior improve DTI parameter identifiability?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研究假设：共享群体表示 + 被试潜变量，能否约束稀疏采样下的参数可辨识性？</a:t>
            </a:r>
          </a:p>
        </p:txBody>
      </p:sp>
      <p:pic>
        <p:nvPicPr>
          <p:cNvPr id="4" name="Picture 3" descr="single_vs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68096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280160"/>
            <a:ext cx="3566160" cy="40233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417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左右对比
左：Single
每被试单独训 INR
缺少跨被试约束
右：Population
共享主干 θ + latent z
假设
群体先验可缩小可行
张量解空间，提升稳定性。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不是换热闹方法：实验发现问题 + SM-INR/CINA 提供路径 → Population-DTI-INR。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Population-DTI-INR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共享参数 θ 编码群体共性；被试 latent z_s 编码个体差异（呼应 CINA）。</a:t>
            </a:r>
          </a:p>
        </p:txBody>
      </p:sp>
      <p:pic>
        <p:nvPicPr>
          <p:cNvPr id="4" name="Picture 3" descr="popul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77724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75320" y="1234440"/>
            <a:ext cx="3520440" cy="42062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41732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模块说明
• Subject ID → z_s
• Coordinate → Fourier
• Shared MLP (θ)
• S0 head / D head
• DTI Forward → 预测信号
深蓝 = 共享 θ
浅蓝 = 被试 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训练仍走物理自监督（呼应 SM-INR），不直接回归 FA。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Training and generalization to unseen subjects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训练只用信号 MSE；未见被试用 zero-shot / latent adaptation（呼应 CINA test-time）。</a:t>
            </a:r>
          </a:p>
        </p:txBody>
      </p:sp>
      <p:pic>
        <p:nvPicPr>
          <p:cNvPr id="4" name="Picture 3" descr="trainin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669280" cy="3200400"/>
          </a:xfrm>
          <a:prstGeom prst="rect">
            <a:avLst/>
          </a:prstGeom>
        </p:spPr>
      </p:pic>
      <p:pic>
        <p:nvPicPr>
          <p:cNvPr id="5" name="Picture 4" descr="subject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66928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4526280"/>
            <a:ext cx="5669280" cy="17830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训练（左）
• Loss = MSE(S_pred, S_obs)
• 优化 θ + z_s
• 不用 GT tensor / FA loss
→ 保持物理自监督设定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526280"/>
            <a:ext cx="5669280" cy="1783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66344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未见被试（右）
• Zero-shot：θ 冻结，z_new=0
  → 检验群体先验本身
• Adaptation：θ 冻结，只优化 z
  → 检验个体适配增益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Evaluation protocol and comparison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同一稀疏设定下，用三种方法回答先验与适配各自贡献多少。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53949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749039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Split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Train 3 / Val 1 / Test 1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b1000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Signal + Parameter + 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0" y="1280160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方法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回答的问题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单被试自监督上限？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Pop. zero-shot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群体先验本身有用吗？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Pop. adaptation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个体适配能否稳住参数？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4023360"/>
            <a:ext cx="5760720" cy="22402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汇报时怎么讲？
先固定数据与采样协议，再比较三种方法。
重点不是只看 PSNR，而是 FA / 漂移是否同步改善。
Population 完整数字表见下一页“待补”栏。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754880"/>
            <a:ext cx="5394960" cy="150876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三类指标：
Signal（RMSE/PSNR/RelMSE）
Parameter（FA/MD/AD/RD）
Stability（tensor drift / ΔFA）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Preliminary numbers vs pending Population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已有数字支撑“问题成立”；Population 完整对比仍在后续验证。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5715000" cy="50292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715000" cy="59436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已有（支撑研究问题）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Single-QINR · 50% · 3 被试
• RelMSE ≈ 0.070–0.076  → 信号好
• FA r ≈ 0.33–0.48       → 低于 0.85
• FA MAE ≈ 0.14–0.15
Phase 9 · λ 消融 · 4 被试
• FA MAE ≈ 0.175（几乎不随 λ 变）
• holdout ΔPSNR ≈ +11 dB
• 信号变好，FA 未必变好
这些数字回答：问题真实存在。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532120" cy="502920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532120" cy="59436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待补（Population 完整验证）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下一步统一对比表：
• Single-QINR
• Population zero-shot
• Population adaptation
对齐报告：
• Signal：RMSE / PSNR / RelMSE
• Parameter：FA / MD / AD / RD
• Stability：drift、ΔFA
完整可汇报对比尚在验证，
避免过早下成功结论。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Research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实验发现问题 → 文献提供路径 → Population-DTI-INR 验证。</a:t>
            </a:r>
          </a:p>
        </p:txBody>
      </p:sp>
      <p:pic>
        <p:nvPicPr>
          <p:cNvPr id="4" name="Picture 3" descr="research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703320"/>
            <a:ext cx="11247120" cy="26060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向导师汇报时的一句话逻辑
1）Sparse 下 Single-QINR：信号好、FA 不稳（定量 + FA 图）
2）局部正则无法消除歧义（Phase 9）
3）文献：SM-INR 支持物理自监督 INR；CINA 提供共享θ+z范式
4）因此提出 Population-DTI-INR，用 zero-shot / adaptation 验证 FA 可辨识性
5）后续可扩展到 DKI 等更高阶模型
总结：Population prior 有望改善稀疏 dMRI 下的 DTI 参数可辨识性。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